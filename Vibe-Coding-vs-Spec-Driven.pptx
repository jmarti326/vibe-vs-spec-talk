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Vibe Coding is Fun…</a:t>
            </a:r>
            <a:endParaRPr lang="en-US" sz="4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Until Prod Breaks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Spec-Driven Dev Wins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Community Talk —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🙋 Quick Poll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here has shipped AI-generated code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production?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...and who's 100% confident in what it's doing?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NOT an anti-AI talk. This is a pro-discipline talk.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1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Seduction of Vibe Coding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Golden Age of Vibe Coding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"You just see things, say things, run things,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copy-paste things — and it mostly works."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Andrej Karpathy, 2025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US devs use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tools daily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3474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60%+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0" y="43891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new code 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0" y="3474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229600" y="43891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productivity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gains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The Magic 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"Build me a REST API with JWT auth, password hashing,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a protected /profile endpoint."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63200" cy="2286000"/>
          </a:xfrm>
          <a:prstGeom prst="rect">
            <a:avLst/>
          </a:prstGeom>
          <a:solidFill>
            <a:srgbClr val="0F0F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8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[ Pre-recorded terminal demo — 90 seconds ]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Tests pass    ✅ Endpoints work    🚀 Ship it!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 Wait…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2A1A1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🔓 No Rate Limiting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endpoint: brute-force away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8288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2A1A1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2011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🍪 Token in localStorage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0" y="29260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XSS = instant account takeover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8288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2A1A1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2011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💉 No Input Validation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0" y="29260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Username accepts anything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test passes. Every endpoint works.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pentester would have a field day.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2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Reckoning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"Raise your hand if you've been paged for AI-generated code."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(2026)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1.7×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issues in production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 human-written code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1828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114800" y="3200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AI code contains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security/design flaws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1828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7772400" y="3200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logic errors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causing outages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2179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StackOverflow Blog (2026), Second Talent, ACM TechBrief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Ways AI Code Kills Production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🌊  Cache Stampede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0" y="173736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 expires → 500 requests all miss →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hit DB → DB dies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👻  Silent Data Corruption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0" y="329184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in tests, breaks under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concurrency → undetected for weeks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🔁  Retry Storm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484632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→ retry instantly → infinite loop →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cascading failure across services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2 AM Story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Friday evening. You shipped a feature built in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minutes with AI.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Saturday 2 AM, your phone rings.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cache stampede took down the checkout flow.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"fast" feature just cost the company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$50K in lost revenue.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Pop Quiz: Which is AI-generated?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1828800"/>
            <a:ext cx="5669280" cy="2926080"/>
          </a:xfrm>
          <a:prstGeom prst="rect">
            <a:avLst/>
          </a:prstGeom>
          <a:solidFill>
            <a:srgbClr val="0F0F1A"/>
          </a:solidFill>
          <a:ln/>
        </p:spPr>
        <p:txBody>
          <a:bodyPr wrap="square" lIns="127000" tIns="190500" rIns="190500" bIns="1270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app.get('/products', async (req, res) =&gt; 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const cached = await redis.get(key);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if (cached) return res.json(JSON.parse(cached));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const data = await db.query(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'SELECT * FROM products'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await redis.setex(key, 300,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JSON.stringify(data));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res.json(data);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});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126480" y="13716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26480" y="1828800"/>
            <a:ext cx="5669280" cy="2926080"/>
          </a:xfrm>
          <a:prstGeom prst="rect">
            <a:avLst/>
          </a:prstGeom>
          <a:solidFill>
            <a:srgbClr val="0F0F1A"/>
          </a:solidFill>
          <a:ln/>
        </p:spPr>
        <p:txBody>
          <a:bodyPr wrap="square" lIns="127000" tIns="190500" rIns="190500" bIns="1270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app.get('/products', async (req, res) =&gt; 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const cached = await redis.get(key);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if (cached) return res.json(JSON.parse(cached));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const data = await fetchWithLock(key, () =&gt;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db.query('SELECT * FROM products')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await redis.setex(key, 300,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JSON.stringify(data));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res.json(data);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0E0E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303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bugs aren't in the syntax — they're in the ASSUMPTIONS.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3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answer isn't to stop using AI.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It's to give AI the STRUCTURE it needs."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Spec-Driven Development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Define WHAT before HOW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Human decisions → AI execution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Verify at every step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Persist knowledge across sessions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0" y="16459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Spectrum: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22860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Pure Vibe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0" y="29260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Bullet Points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0" y="35661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Custom Rules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42062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Full GSD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50292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← Exploration                    Production →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GSD: Get Shit Done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spec-driven development system for AI coding tools.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1A1A3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 Context Engineering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 subagent contexts.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window stays at 30-40%.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228600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1A1A3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4688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 Persistent Memory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3200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PROJECT.md → REQUIREMENTS.md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ROADMAP.md → STATE.md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228600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1A1A3E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4688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Verification Built-In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21040" y="3200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verify step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 agents BEFORE shipping.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5303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New Project  →  Discuss  →  Plan  →  Execute  →  Verify  →  Ship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🎤 Audience Moment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adding Redis caching to a products API.</a:t>
            </a:r>
            <a:endParaRPr lang="en-US" sz="26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2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should your spec include?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(Shout them out!)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44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TTL?  Invalidation strategy?  Stampede protection?  Fallback?  Key strategy?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The Showdown 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Vibe Coding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Prompt: "Add Redis caching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/products"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Code generated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Tests pass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Deployed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🔥 200 concurrent requests...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0A1A0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5544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Spec-Driven (GSD)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92240" y="22860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Spec: Singleflight + stale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 + compression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Discussed edge cases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Planned with research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Executed + verified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💪 200 concurrent requests...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LIVE: The Load Test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database. Same Redis. Same 200 requests.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approach.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9144000" cy="2286000"/>
          </a:xfrm>
          <a:prstGeom prst="rect">
            <a:avLst/>
          </a:prstGeom>
          <a:solidFill>
            <a:srgbClr val="0F0F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DE8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node load-tests/compare.js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RUN THIS LIVE ON STAGE ]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515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429000"/>
                <a:gridCol w="3429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Aspect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⚡ Vibe Coding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🛡️ Spec-Driven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 to first code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min ✅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min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 to production-ready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??? (rollbacks)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 min ✅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Context management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 hoc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Engineered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Verification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"It compiles"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Structured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DB hits under stampede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💥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✅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Sleep quality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💀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😴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303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"Vibe: 2 min to code, 2 hours to debug at 2 AM"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"Spec: 20 min to ship, sleep through the night"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Vibe 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Vibe Away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Prototyping &amp; exploration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Hack days &amp; learning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Throwaway scripts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Personal projects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"What would this look like?"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16459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Write the Spec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Users depend on 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28803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Team collaboration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33832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Regulated/compliance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38862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Complex edge cases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43891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"This must work at 3 AM"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5303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It's not binary. Find YOUR balance on the spectrum.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GSD's Real Costs (Honesty Corner)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 ~15 minutes upfront thinking per phase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 More API calls (subagents = more tokens)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 Learning curve for the 6-command loop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🔨  Overkill for a 50-line script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10058400" cy="1097280"/>
          </a:xfrm>
          <a:prstGeom prst="roundRect">
            <a:avLst>
              <a:gd name="adj" fmla="val 8333"/>
            </a:avLst>
          </a:prstGeom>
          <a:solidFill>
            <a:srgbClr val="1A1A0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66344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Minimum viable spec: Write 3 bullet points before your next AI prompt.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What should it do?  What should it NOT do?  How will you verify?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Level, Your Move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3657600" cy="3657600"/>
          </a:xfrm>
          <a:prstGeom prst="roundRect">
            <a:avLst>
              <a:gd name="adj" fmla="val 2500"/>
            </a:avLst>
          </a:prstGeom>
          <a:solidFill>
            <a:srgbClr val="1A1A3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🌱  Early Career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Vibe code to learn — ask AI WHY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GSD teaches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Start noticing the gaps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657600" cy="3657600"/>
          </a:xfrm>
          <a:prstGeom prst="roundRect">
            <a:avLst>
              <a:gd name="adj" fmla="val 2500"/>
            </a:avLst>
          </a:prstGeom>
          <a:solidFill>
            <a:srgbClr val="1A1A3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828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🌿  Mid-Career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56032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This is your superpower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Learn to write clear specs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38404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Be the one who ships reliably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1645920"/>
            <a:ext cx="3657600" cy="3657600"/>
          </a:xfrm>
          <a:prstGeom prst="roundRect">
            <a:avLst>
              <a:gd name="adj" fmla="val 2500"/>
            </a:avLst>
          </a:prstGeom>
          <a:solidFill>
            <a:srgbClr val="1A1A3E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828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🌳  Senior+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5360" y="256032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Your judgment = MORE valuable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0" y="32004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You're the architect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0" y="38404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AI amplifies your expertise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a scale of 1 to 5…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often do you write specs</a:t>
            </a:r>
            <a:endParaRPr lang="en-US" sz="2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prompting AI?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53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Whatever your number…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bumping it up by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38404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5303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week.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solidFill>
            <a:srgbClr val="0F0F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DE8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npx @opengsd/get-shit-done-redux@latest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lighter: just write 3 bullet points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your next prompt.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 first. Vibe second.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6692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github.com/open-gsd/get-shit-done-redux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Vibe coding is fun.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Shipping with confidence is funner.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🎤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 Questions?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Links &amp; Resources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Slides + Demo: github.com/[your-handle]/vibe-vs-spec-talk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 GSD: github.com/open-gsd/get-shit-done-redux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 StackOverflow: "Are bugs inevitable with AI coding agents?"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 ACM: "AI Vibe Coding Could Reshape Software Dev"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 Pockit: "7 Hidden Production Bugs AI Agents Create"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0292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 Speedscale: "Silent Failures: Why AI Code Breaks in Production"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Why Spec-Driven Dev Wins</dc:subject>
  <dc:creator>Vibe vs Spec Talk</dc:creator>
  <cp:lastModifiedBy>Vibe vs Spec Talk</cp:lastModifiedBy>
  <cp:revision>1</cp:revision>
  <dcterms:created xsi:type="dcterms:W3CDTF">2026-05-28T19:51:33Z</dcterms:created>
  <dcterms:modified xsi:type="dcterms:W3CDTF">2026-05-28T19:51:33Z</dcterms:modified>
</cp:coreProperties>
</file>